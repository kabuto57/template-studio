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625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A7F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{{report_title}}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{{entity_name}}  |  {{audit_period}}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182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RATING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961120" y="475488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2A7F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0" y="4754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{{overall_rating}}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002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01168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{{executive_summary}}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40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highlights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51960"/>
            <a:ext cx="6766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{{key_highlights}}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0" y="1600200"/>
            <a:ext cx="1828800" cy="123444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0" y="1600200"/>
            <a:ext cx="64008" cy="1234440"/>
          </a:xfrm>
          <a:prstGeom prst="rect">
            <a:avLst/>
          </a:prstGeom>
          <a:solidFill>
            <a:srgbClr val="1625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0100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{{count:findings}}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2404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findings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38360" y="1600200"/>
            <a:ext cx="1828800" cy="123444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18" name="Shape 16"/>
          <p:cNvSpPr/>
          <p:nvPr/>
        </p:nvSpPr>
        <p:spPr>
          <a:xfrm>
            <a:off x="9738360" y="1600200"/>
            <a:ext cx="64008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6696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{{count:findings.risk=High}}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9966960" y="2404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0" y="2971800"/>
            <a:ext cx="1828800" cy="123444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0" y="2971800"/>
            <a:ext cx="64008" cy="1234440"/>
          </a:xfrm>
          <a:prstGeom prst="rect">
            <a:avLst/>
          </a:prstGeom>
          <a:solidFill>
            <a:srgbClr val="D6891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01000" y="3108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89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{{count:findings.risk=Medium}}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37764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38360" y="2971800"/>
            <a:ext cx="1828800" cy="123444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26" name="Shape 24"/>
          <p:cNvSpPr/>
          <p:nvPr/>
        </p:nvSpPr>
        <p:spPr>
          <a:xfrm>
            <a:off x="9738360" y="2971800"/>
            <a:ext cx="64008" cy="12344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966960" y="3108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{{count:findings.risk=Low}}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9966960" y="37764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4434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scope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480060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{{audit_scope}}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{{prepared_by}}  |  {{report_date}}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{{confidentiality}}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625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A7F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and recommendations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{{entity_name}}  |  {{audit_period}}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383280"/>
                <a:gridCol w="914400"/>
                <a:gridCol w="3840480"/>
                <a:gridCol w="137160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{{findings.1.title}}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{{findings.1.risk}}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{{findings.1.recommendation}}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{{findings.1.owner}}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{{findings.1.due_date}}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{{findings.2.title}}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{{findings.2.risk}}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{{findings.2.recommendation}}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{{findings.2.owner}}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{{findings.2.due_date}}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{{findings.3.title}}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{{findings.3.risk}}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{{findings.3.recommendation}}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{{findings.3.owner}}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{{findings.3.due_date}}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{{findings.4.title}}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{{findings.4.risk}}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{{findings.4.recommendation}}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{{findings.4.owner}}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{{findings.4.due_date}}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{{findings.5.title}}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{{findings.5.risk}}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{{findings.5.recommendation}}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{{findings.5.owner}}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{{findings.5.due_date}}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5577840"/>
            <a:ext cx="64008" cy="731520"/>
          </a:xfrm>
          <a:prstGeom prst="rect">
            <a:avLst/>
          </a:prstGeom>
          <a:solidFill>
            <a:srgbClr val="2A7F8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55778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{{conclusion}}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{{prepared_by}}  |  {{report_date}}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{{confidentiality}}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Report Highlights</dc:title>
  <dc:subject>PptxGenJS Presentation</dc:subject>
  <dc:creator>PptxGenJS</dc:creator>
  <cp:lastModifiedBy>PptxGenJS</cp:lastModifiedBy>
  <cp:revision>1</cp:revision>
  <dcterms:created xsi:type="dcterms:W3CDTF">2026-10-06T23:46:57Z</dcterms:created>
  <dcterms:modified xsi:type="dcterms:W3CDTF">2026-10-06T23:46:57Z</dcterms:modified>
</cp:coreProperties>
</file>